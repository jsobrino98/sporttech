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21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90375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59546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4090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4502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78849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8298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41084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7845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40845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063811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726630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430863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792228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81584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052937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51952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47658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9B2382-B829-4E2F-A43E-FF9F4C2939BB}" type="datetimeFigureOut">
              <a:rPr lang="es-ES" smtClean="0"/>
              <a:t>04/06/2025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D5DCC2-950D-4055-8011-642C9CD133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0105693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Una caricatura de una persona">
            <a:extLst>
              <a:ext uri="{FF2B5EF4-FFF2-40B4-BE49-F238E27FC236}">
                <a16:creationId xmlns:a16="http://schemas.microsoft.com/office/drawing/2014/main" id="{04316DD9-0790-9175-E89A-F3BD803A34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3219F02-4C7B-8358-C2E2-313D63D63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4822" y="196646"/>
            <a:ext cx="7062355" cy="1489508"/>
          </a:xfrm>
        </p:spPr>
        <p:txBody>
          <a:bodyPr>
            <a:normAutofit/>
          </a:bodyPr>
          <a:lstStyle/>
          <a:p>
            <a:pPr algn="ctr"/>
            <a:r>
              <a:rPr lang="es-ES" sz="88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Sportech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9597857-E549-413E-7986-54518CDE7E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1949" y="5201265"/>
            <a:ext cx="2806913" cy="1348400"/>
          </a:xfrm>
        </p:spPr>
        <p:txBody>
          <a:bodyPr>
            <a:normAutofit fontScale="92500" lnSpcReduction="10000"/>
          </a:bodyPr>
          <a:lstStyle/>
          <a:p>
            <a:r>
              <a:rPr lang="es-ES" b="1" dirty="0">
                <a:solidFill>
                  <a:schemeClr val="tx1"/>
                </a:solidFill>
              </a:rPr>
              <a:t>Jorge Sobrino Mojón</a:t>
            </a:r>
          </a:p>
          <a:p>
            <a:r>
              <a:rPr lang="es-ES" b="1" dirty="0">
                <a:solidFill>
                  <a:schemeClr val="tx1"/>
                </a:solidFill>
              </a:rPr>
              <a:t>2º DAM</a:t>
            </a:r>
          </a:p>
          <a:p>
            <a:r>
              <a:rPr lang="es-ES" b="1" dirty="0">
                <a:solidFill>
                  <a:schemeClr val="tx1"/>
                </a:solidFill>
              </a:rPr>
              <a:t>IES San Mamede</a:t>
            </a:r>
          </a:p>
        </p:txBody>
      </p:sp>
      <p:pic>
        <p:nvPicPr>
          <p:cNvPr id="7" name="Imagen 6" descr="Logotipo&#10;&#10;El contenido generado por IA puede ser incorrecto.">
            <a:extLst>
              <a:ext uri="{FF2B5EF4-FFF2-40B4-BE49-F238E27FC236}">
                <a16:creationId xmlns:a16="http://schemas.microsoft.com/office/drawing/2014/main" id="{0CB3D84C-233D-9192-F02C-A4C565D3B8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0850" y="5282416"/>
            <a:ext cx="1458285" cy="1267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320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5C30D8-AE73-F9BE-1619-2B6E7DFA5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36738"/>
            <a:ext cx="9905998" cy="1623236"/>
          </a:xfrm>
        </p:spPr>
        <p:txBody>
          <a:bodyPr>
            <a:normAutofit/>
          </a:bodyPr>
          <a:lstStyle/>
          <a:p>
            <a:pPr algn="ctr"/>
            <a:r>
              <a:rPr lang="es-ES" sz="4800" dirty="0"/>
              <a:t>En que consiste Sportech?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BFDD16-785C-26CD-B764-C91666BAD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148" y="2340078"/>
            <a:ext cx="4110602" cy="3652686"/>
          </a:xfrm>
        </p:spPr>
        <p:txBody>
          <a:bodyPr/>
          <a:lstStyle/>
          <a:p>
            <a:r>
              <a:rPr lang="es-ES" dirty="0"/>
              <a:t>Plataforma para </a:t>
            </a:r>
            <a:r>
              <a:rPr lang="es-ES" dirty="0" err="1"/>
              <a:t>xestionar</a:t>
            </a:r>
            <a:r>
              <a:rPr lang="es-ES" dirty="0"/>
              <a:t> información sobre equipos, </a:t>
            </a:r>
            <a:r>
              <a:rPr lang="es-ES" dirty="0" err="1"/>
              <a:t>xogadores</a:t>
            </a:r>
            <a:r>
              <a:rPr lang="es-ES" dirty="0"/>
              <a:t> e torneos.</a:t>
            </a:r>
          </a:p>
          <a:p>
            <a:r>
              <a:rPr lang="es-ES" dirty="0"/>
              <a:t>Usuarios con roles (ADMIN, NORMAL).</a:t>
            </a:r>
          </a:p>
          <a:p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72B68B2-3206-C658-DFE7-DBAD07C29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2160" y="2220566"/>
            <a:ext cx="6048775" cy="34526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30757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F8112-B7E1-63A9-5C25-F83F8768A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3929" y="0"/>
            <a:ext cx="9905998" cy="1478570"/>
          </a:xfrm>
        </p:spPr>
        <p:txBody>
          <a:bodyPr/>
          <a:lstStyle/>
          <a:p>
            <a:pPr algn="ctr"/>
            <a:r>
              <a:rPr lang="es-ES" sz="4400" dirty="0"/>
              <a:t>Funcionalidades</a:t>
            </a:r>
            <a:r>
              <a:rPr lang="es-ES" dirty="0"/>
              <a:t>: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66F7C2C-A586-1B94-8C86-3C269ECE3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1763" y="1271250"/>
            <a:ext cx="7488474" cy="2068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DCD8E05-AA10-A36C-D666-218D6A9E8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1763" y="3517947"/>
            <a:ext cx="7488474" cy="30482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D39C4910-920B-94DA-0D2D-B7775F97F4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0737" y="1193583"/>
            <a:ext cx="999951" cy="5699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A87A8071-CA2F-6D5D-A36D-010323ED6F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737" y="3517947"/>
            <a:ext cx="1029629" cy="5699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50642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84AD7C-E39A-EEEA-D22D-4D575B92B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36827"/>
            <a:ext cx="9905998" cy="885817"/>
          </a:xfrm>
        </p:spPr>
        <p:txBody>
          <a:bodyPr>
            <a:normAutofit/>
          </a:bodyPr>
          <a:lstStyle/>
          <a:p>
            <a:pPr algn="ctr"/>
            <a:r>
              <a:rPr lang="es-ES" sz="5400" dirty="0" err="1"/>
              <a:t>Tecnoloxías</a:t>
            </a:r>
            <a:endParaRPr lang="es-ES" sz="54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182D6AB-842D-BFB8-B54B-82D72B2110F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192015" y="1509581"/>
            <a:ext cx="5804794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s-ES" altLang="es-ES" sz="1800" dirty="0">
                <a:latin typeface="Arial" panose="020B0604020202020204" pitchFamily="34" charset="0"/>
              </a:rPr>
              <a:t>Base de datos: MySQL. </a:t>
            </a:r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s-ES" altLang="es-ES" sz="1800" dirty="0">
              <a:latin typeface="Arial" panose="020B0604020202020204" pitchFamily="34" charset="0"/>
            </a:endParaRPr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s-ES" altLang="es-ES" sz="1800" dirty="0"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Spring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Boot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(Java).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s-ES" altLang="es-ES" sz="1800" dirty="0"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s-ES" altLang="es-ES" sz="1800" dirty="0"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s-ES" altLang="es-ES" sz="1800" dirty="0"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Thymeleaf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Angular.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s-ES" altLang="es-ES" sz="1800" dirty="0"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Outros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Swagger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(documentación),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Postman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(probas) </a:t>
            </a:r>
          </a:p>
        </p:txBody>
      </p:sp>
      <p:pic>
        <p:nvPicPr>
          <p:cNvPr id="6" name="Imagen 5" descr="Logotipo&#10;&#10;El contenido generado por IA puede ser incorrecto.">
            <a:extLst>
              <a:ext uri="{FF2B5EF4-FFF2-40B4-BE49-F238E27FC236}">
                <a16:creationId xmlns:a16="http://schemas.microsoft.com/office/drawing/2014/main" id="{3690327D-CD44-5D92-F1CC-107DD3F01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4155" y="3196317"/>
            <a:ext cx="1091014" cy="1091014"/>
          </a:xfrm>
          <a:prstGeom prst="rect">
            <a:avLst/>
          </a:prstGeom>
        </p:spPr>
      </p:pic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FA68758C-6E8D-3CEC-432C-A5864F6509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867" y="1911794"/>
            <a:ext cx="1449090" cy="905971"/>
          </a:xfrm>
          <a:prstGeom prst="rect">
            <a:avLst/>
          </a:prstGeom>
        </p:spPr>
      </p:pic>
      <p:pic>
        <p:nvPicPr>
          <p:cNvPr id="10" name="Imagen 9" descr="Forma&#10;&#10;El contenido generado por IA puede ser incorrecto.">
            <a:extLst>
              <a:ext uri="{FF2B5EF4-FFF2-40B4-BE49-F238E27FC236}">
                <a16:creationId xmlns:a16="http://schemas.microsoft.com/office/drawing/2014/main" id="{EAA3A0BB-CF0C-A05D-1BD8-5C60917E7F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1235" y="4737929"/>
            <a:ext cx="536853" cy="568371"/>
          </a:xfrm>
          <a:prstGeom prst="rect">
            <a:avLst/>
          </a:prstGeom>
        </p:spPr>
      </p:pic>
      <p:pic>
        <p:nvPicPr>
          <p:cNvPr id="12" name="Imagen 11" descr="Logotipo&#10;&#10;El contenido generado por IA puede ser incorrecto.">
            <a:extLst>
              <a:ext uri="{FF2B5EF4-FFF2-40B4-BE49-F238E27FC236}">
                <a16:creationId xmlns:a16="http://schemas.microsoft.com/office/drawing/2014/main" id="{7568A9E7-7C51-B96F-9BB1-3C115522D0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4617" y="5895137"/>
            <a:ext cx="1739589" cy="527948"/>
          </a:xfrm>
          <a:prstGeom prst="rect">
            <a:avLst/>
          </a:prstGeom>
        </p:spPr>
      </p:pic>
      <p:pic>
        <p:nvPicPr>
          <p:cNvPr id="14" name="Imagen 13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D8DD2673-2436-BFD1-02D7-2D99809779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277" y="4769447"/>
            <a:ext cx="536853" cy="536853"/>
          </a:xfrm>
          <a:prstGeom prst="rect">
            <a:avLst/>
          </a:prstGeom>
        </p:spPr>
      </p:pic>
      <p:pic>
        <p:nvPicPr>
          <p:cNvPr id="16" name="Imagen 15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278A43A8-A1D4-66EB-B02B-3FB744CECAE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0539" y="3393657"/>
            <a:ext cx="1523616" cy="799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602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7885E1-8146-4EB7-A5C3-50B4C31A8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8697" y="754761"/>
            <a:ext cx="5624051" cy="1478570"/>
          </a:xfrm>
        </p:spPr>
        <p:txBody>
          <a:bodyPr>
            <a:normAutofit fontScale="90000"/>
          </a:bodyPr>
          <a:lstStyle/>
          <a:p>
            <a:r>
              <a:rPr lang="es-ES" sz="5400" dirty="0"/>
              <a:t>Como funciona?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EC66356E-9CF5-089E-7A1F-0242659B34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828260" y="1139628"/>
            <a:ext cx="3448454" cy="5172682"/>
          </a:xfr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854713E-524B-0F24-719A-964F8F324EC9}"/>
              </a:ext>
            </a:extLst>
          </p:cNvPr>
          <p:cNvSpPr txBox="1"/>
          <p:nvPr/>
        </p:nvSpPr>
        <p:spPr>
          <a:xfrm>
            <a:off x="1504335" y="2369574"/>
            <a:ext cx="4434349" cy="32741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dirty="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58BAB1D0-3CD2-D8D6-700C-FAC8723A6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5286" y="2274838"/>
            <a:ext cx="668593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(Angular)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nunca accede directamente á base de datos.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(API REST)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é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quen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fai as consultas SQL a través de JPA/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Hibernate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Isto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permite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unha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separación clara de responsabilidades e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mellora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seguridade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3583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8031EA-2E05-480B-02EF-25E898320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Instalación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5553158-0EAA-21F3-9F7D-135744D197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/>
              <a:t>🛠 Requisitos</a:t>
            </a:r>
          </a:p>
          <a:p>
            <a:r>
              <a:rPr lang="es-ES" dirty="0"/>
              <a:t>Java 17+</a:t>
            </a:r>
          </a:p>
          <a:p>
            <a:r>
              <a:rPr lang="es-ES" dirty="0"/>
              <a:t>Node.js 18+</a:t>
            </a:r>
          </a:p>
          <a:p>
            <a:r>
              <a:rPr lang="es-ES" dirty="0"/>
              <a:t>MySQL 8.x</a:t>
            </a:r>
          </a:p>
          <a:p>
            <a:r>
              <a:rPr lang="es-ES" dirty="0"/>
              <a:t>Angular CLI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45665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8C9EA83-D7D8-1B50-426C-03E82EA79A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9567" y="2485461"/>
            <a:ext cx="9905999" cy="3541714"/>
          </a:xfrm>
        </p:spPr>
        <p:txBody>
          <a:bodyPr/>
          <a:lstStyle/>
          <a:p>
            <a:r>
              <a:rPr lang="es-ES" dirty="0"/>
              <a:t>SportTech simplifica a </a:t>
            </a:r>
            <a:r>
              <a:rPr lang="es-ES" dirty="0" err="1"/>
              <a:t>xestión</a:t>
            </a:r>
            <a:r>
              <a:rPr lang="es-ES" dirty="0"/>
              <a:t> deportiva con </a:t>
            </a:r>
            <a:r>
              <a:rPr lang="es-ES" dirty="0" err="1"/>
              <a:t>seguridade</a:t>
            </a:r>
            <a:r>
              <a:rPr lang="es-ES" dirty="0"/>
              <a:t> e </a:t>
            </a:r>
            <a:r>
              <a:rPr lang="es-ES" dirty="0" err="1"/>
              <a:t>usabilidade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dirty="0"/>
              <a:t>O que permitiría </a:t>
            </a:r>
            <a:r>
              <a:rPr lang="es-ES" dirty="0" err="1"/>
              <a:t>nun</a:t>
            </a:r>
            <a:r>
              <a:rPr lang="es-ES" dirty="0"/>
              <a:t> futuro a integración de </a:t>
            </a:r>
            <a:r>
              <a:rPr lang="pt-BR" dirty="0"/>
              <a:t>estatísticas em tempo real, app móbil e </a:t>
            </a:r>
            <a:r>
              <a:rPr lang="pt-BR" dirty="0" err="1"/>
              <a:t>máis</a:t>
            </a:r>
            <a:r>
              <a:rPr lang="pt-BR" dirty="0"/>
              <a:t> deportes para seguir.</a:t>
            </a:r>
          </a:p>
          <a:p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C210E536-EF6A-7264-93A6-2562842E3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9477" y="692381"/>
            <a:ext cx="5235394" cy="1265030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718621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96</TotalTime>
  <Words>160</Words>
  <Application>Microsoft Office PowerPoint</Application>
  <PresentationFormat>Panorámica</PresentationFormat>
  <Paragraphs>39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0" baseType="lpstr">
      <vt:lpstr>Arial</vt:lpstr>
      <vt:lpstr>Tw Cen MT</vt:lpstr>
      <vt:lpstr>Circuito</vt:lpstr>
      <vt:lpstr>Sportech</vt:lpstr>
      <vt:lpstr>En que consiste Sportech?</vt:lpstr>
      <vt:lpstr>Funcionalidades:</vt:lpstr>
      <vt:lpstr>Tecnoloxías</vt:lpstr>
      <vt:lpstr>Como funciona?</vt:lpstr>
      <vt:lpstr>Instalación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Jorge Sobrino</dc:creator>
  <cp:lastModifiedBy>Jorge Sobrino</cp:lastModifiedBy>
  <cp:revision>1</cp:revision>
  <dcterms:created xsi:type="dcterms:W3CDTF">2025-06-04T10:35:13Z</dcterms:created>
  <dcterms:modified xsi:type="dcterms:W3CDTF">2025-06-04T12:11:41Z</dcterms:modified>
</cp:coreProperties>
</file>