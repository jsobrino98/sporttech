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903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954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09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450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884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29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410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784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084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6381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663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3086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9222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8158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293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5195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765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B2382-B829-4E2F-A43E-FF9F4C2939BB}" type="datetimeFigureOut">
              <a:rPr lang="es-ES" smtClean="0"/>
              <a:t>04/06/2025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5DCC2-950D-4055-8011-642C9CD1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1056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a caricatura de una persona">
            <a:extLst>
              <a:ext uri="{FF2B5EF4-FFF2-40B4-BE49-F238E27FC236}">
                <a16:creationId xmlns:a16="http://schemas.microsoft.com/office/drawing/2014/main" id="{04316DD9-0790-9175-E89A-F3BD803A3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3219F02-4C7B-8358-C2E2-313D63D63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4822" y="196646"/>
            <a:ext cx="7062355" cy="1489508"/>
          </a:xfrm>
        </p:spPr>
        <p:txBody>
          <a:bodyPr>
            <a:normAutofit/>
          </a:bodyPr>
          <a:lstStyle/>
          <a:p>
            <a:pPr algn="ctr"/>
            <a:r>
              <a:rPr lang="es-ES" sz="88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Sportech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597857-E549-413E-7986-54518CDE7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9" y="5201265"/>
            <a:ext cx="2806913" cy="1348400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Jorge Sobrino Mojón</a:t>
            </a:r>
          </a:p>
          <a:p>
            <a:r>
              <a:rPr lang="es-ES" b="1" dirty="0">
                <a:solidFill>
                  <a:schemeClr val="tx1"/>
                </a:solidFill>
              </a:rPr>
              <a:t>2º DAM</a:t>
            </a:r>
          </a:p>
          <a:p>
            <a:r>
              <a:rPr lang="es-ES" b="1" dirty="0">
                <a:solidFill>
                  <a:schemeClr val="tx1"/>
                </a:solidFill>
              </a:rPr>
              <a:t>IES San Mamede</a:t>
            </a:r>
          </a:p>
        </p:txBody>
      </p:sp>
      <p:pic>
        <p:nvPicPr>
          <p:cNvPr id="7" name="Imagen 6" descr="Logotipo&#10;&#10;El contenido generado por IA puede ser incorrecto.">
            <a:extLst>
              <a:ext uri="{FF2B5EF4-FFF2-40B4-BE49-F238E27FC236}">
                <a16:creationId xmlns:a16="http://schemas.microsoft.com/office/drawing/2014/main" id="{0CB3D84C-233D-9192-F02C-A4C565D3B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850" y="5282416"/>
            <a:ext cx="1458285" cy="126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2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C30D8-AE73-F9BE-1619-2B6E7DFA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6738"/>
            <a:ext cx="9905998" cy="1623236"/>
          </a:xfrm>
        </p:spPr>
        <p:txBody>
          <a:bodyPr>
            <a:normAutofit/>
          </a:bodyPr>
          <a:lstStyle/>
          <a:p>
            <a:pPr algn="ctr"/>
            <a:r>
              <a:rPr lang="es-ES" sz="4800" dirty="0"/>
              <a:t>En que consiste Sportech?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BFDD16-785C-26CD-B764-C91666BA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148" y="2340078"/>
            <a:ext cx="4110602" cy="3652686"/>
          </a:xfrm>
        </p:spPr>
        <p:txBody>
          <a:bodyPr/>
          <a:lstStyle/>
          <a:p>
            <a:r>
              <a:rPr lang="es-ES" dirty="0"/>
              <a:t>Plataforma para </a:t>
            </a:r>
            <a:r>
              <a:rPr lang="es-ES" dirty="0" err="1"/>
              <a:t>xestionar</a:t>
            </a:r>
            <a:r>
              <a:rPr lang="es-ES" dirty="0"/>
              <a:t> información sobre equipos, </a:t>
            </a:r>
            <a:r>
              <a:rPr lang="es-ES" dirty="0" err="1"/>
              <a:t>xogadores</a:t>
            </a:r>
            <a:r>
              <a:rPr lang="es-ES" dirty="0"/>
              <a:t> e torneos.</a:t>
            </a:r>
          </a:p>
          <a:p>
            <a:r>
              <a:rPr lang="es-ES" dirty="0"/>
              <a:t>Usuarios con roles (ADMIN, NORMAL).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2B68B2-3206-C658-DFE7-DBAD07C29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160" y="2220566"/>
            <a:ext cx="6048775" cy="3452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3075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F8112-B7E1-63A9-5C25-F83F8768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29" y="0"/>
            <a:ext cx="9905998" cy="1478570"/>
          </a:xfrm>
        </p:spPr>
        <p:txBody>
          <a:bodyPr/>
          <a:lstStyle/>
          <a:p>
            <a:pPr algn="ctr"/>
            <a:r>
              <a:rPr lang="es-ES" sz="4400" dirty="0"/>
              <a:t>Funcionalidades</a:t>
            </a:r>
            <a:r>
              <a:rPr lang="es-ES" dirty="0"/>
              <a:t>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66F7C2C-A586-1B94-8C86-3C269ECE3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763" y="1271250"/>
            <a:ext cx="7488474" cy="20688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DCD8E05-AA10-A36C-D666-218D6A9E8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763" y="3517947"/>
            <a:ext cx="7488474" cy="30482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39C4910-920B-94DA-0D2D-B7775F97F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737" y="1193583"/>
            <a:ext cx="999951" cy="5699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87A8071-CA2F-6D5D-A36D-010323ED6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737" y="3517947"/>
            <a:ext cx="1029629" cy="5699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5064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4AD7C-E39A-EEEA-D22D-4D575B92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36827"/>
            <a:ext cx="9905998" cy="885817"/>
          </a:xfrm>
        </p:spPr>
        <p:txBody>
          <a:bodyPr>
            <a:normAutofit/>
          </a:bodyPr>
          <a:lstStyle/>
          <a:p>
            <a:pPr algn="ctr"/>
            <a:r>
              <a:rPr lang="es-ES" sz="5400" dirty="0" err="1"/>
              <a:t>Tecnoloxías</a:t>
            </a:r>
            <a:endParaRPr lang="es-ES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82D6AB-842D-BFB8-B54B-82D72B2110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92015" y="1509581"/>
            <a:ext cx="580479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s-ES" altLang="es-ES" sz="1800" dirty="0">
                <a:latin typeface="Arial" panose="020B0604020202020204" pitchFamily="34" charset="0"/>
              </a:rPr>
              <a:t>Base de datos: MySQL. 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s-ES" altLang="es-ES" sz="1800" dirty="0"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s-ES" altLang="es-ES" sz="18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Spring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(Java).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s-ES" altLang="es-ES" sz="18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s-ES" altLang="es-ES" sz="18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s-ES" altLang="es-ES" sz="18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Thymeleaf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Angular.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s-ES" altLang="es-ES" sz="18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Outros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Swagger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(documentación),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(probas) </a:t>
            </a:r>
          </a:p>
        </p:txBody>
      </p:sp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3690327D-CD44-5D92-F1CC-107DD3F01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5" y="3196317"/>
            <a:ext cx="1091014" cy="1091014"/>
          </a:xfrm>
          <a:prstGeom prst="rect">
            <a:avLst/>
          </a:prstGeom>
        </p:spPr>
      </p:pic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FA68758C-6E8D-3CEC-432C-A5864F650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867" y="1911794"/>
            <a:ext cx="1449090" cy="905971"/>
          </a:xfrm>
          <a:prstGeom prst="rect">
            <a:avLst/>
          </a:prstGeom>
        </p:spPr>
      </p:pic>
      <p:pic>
        <p:nvPicPr>
          <p:cNvPr id="10" name="Imagen 9" descr="Forma&#10;&#10;El contenido generado por IA puede ser incorrecto.">
            <a:extLst>
              <a:ext uri="{FF2B5EF4-FFF2-40B4-BE49-F238E27FC236}">
                <a16:creationId xmlns:a16="http://schemas.microsoft.com/office/drawing/2014/main" id="{EAA3A0BB-CF0C-A05D-1BD8-5C60917E7F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235" y="4737929"/>
            <a:ext cx="536853" cy="568371"/>
          </a:xfrm>
          <a:prstGeom prst="rect">
            <a:avLst/>
          </a:prstGeom>
        </p:spPr>
      </p:pic>
      <p:pic>
        <p:nvPicPr>
          <p:cNvPr id="12" name="Imagen 11" descr="Logotipo&#10;&#10;El contenido generado por IA puede ser incorrecto.">
            <a:extLst>
              <a:ext uri="{FF2B5EF4-FFF2-40B4-BE49-F238E27FC236}">
                <a16:creationId xmlns:a16="http://schemas.microsoft.com/office/drawing/2014/main" id="{7568A9E7-7C51-B96F-9BB1-3C115522D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617" y="5895137"/>
            <a:ext cx="1739589" cy="527948"/>
          </a:xfrm>
          <a:prstGeom prst="rect">
            <a:avLst/>
          </a:prstGeom>
        </p:spPr>
      </p:pic>
      <p:pic>
        <p:nvPicPr>
          <p:cNvPr id="14" name="Imagen 1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8DD2673-2436-BFD1-02D7-2D99809779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277" y="4769447"/>
            <a:ext cx="536853" cy="536853"/>
          </a:xfrm>
          <a:prstGeom prst="rect">
            <a:avLst/>
          </a:prstGeom>
        </p:spPr>
      </p:pic>
      <p:pic>
        <p:nvPicPr>
          <p:cNvPr id="16" name="Imagen 15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278A43A8-A1D4-66EB-B02B-3FB744CECA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539" y="3393657"/>
            <a:ext cx="1523616" cy="79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0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885E1-8146-4EB7-A5C3-50B4C31A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97" y="754761"/>
            <a:ext cx="5624051" cy="1478570"/>
          </a:xfrm>
        </p:spPr>
        <p:txBody>
          <a:bodyPr>
            <a:normAutofit fontScale="90000"/>
          </a:bodyPr>
          <a:lstStyle/>
          <a:p>
            <a:r>
              <a:rPr lang="es-ES" sz="5400" dirty="0"/>
              <a:t>Como funciona?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EC66356E-9CF5-089E-7A1F-0242659B3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8260" y="1139628"/>
            <a:ext cx="3448454" cy="5172682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854713E-524B-0F24-719A-964F8F324EC9}"/>
              </a:ext>
            </a:extLst>
          </p:cNvPr>
          <p:cNvSpPr txBox="1"/>
          <p:nvPr/>
        </p:nvSpPr>
        <p:spPr>
          <a:xfrm>
            <a:off x="1504335" y="2369574"/>
            <a:ext cx="4434349" cy="3274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8BAB1D0-3CD2-D8D6-700C-FAC8723A6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286" y="2274838"/>
            <a:ext cx="668593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(Angular)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nunca accede directamente á base de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(API REST)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 as consultas SQL a través de JPA/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Hibernate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unha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separación clara de responsabilidades 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mellora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seguridade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358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n generada">
            <a:extLst>
              <a:ext uri="{FF2B5EF4-FFF2-40B4-BE49-F238E27FC236}">
                <a16:creationId xmlns:a16="http://schemas.microsoft.com/office/drawing/2014/main" id="{105FC845-C9E7-030A-A4F9-DE3AEDB1C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483" y="648651"/>
            <a:ext cx="5560697" cy="55606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C8031EA-2E05-480B-02EF-25E898320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8071" y="904567"/>
            <a:ext cx="3401090" cy="717755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Instalación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2580E0-DE24-C1A0-E287-95DD558C91D2}"/>
              </a:ext>
            </a:extLst>
          </p:cNvPr>
          <p:cNvSpPr txBox="1"/>
          <p:nvPr/>
        </p:nvSpPr>
        <p:spPr>
          <a:xfrm>
            <a:off x="3962400" y="3959801"/>
            <a:ext cx="5053780" cy="33855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git</a:t>
            </a:r>
            <a:r>
              <a:rPr lang="es-ES" sz="16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clone https://https://github.com/Jsobrino98/SportTech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3F328B-5E8B-3AD5-C452-B3E4324A7099}"/>
              </a:ext>
            </a:extLst>
          </p:cNvPr>
          <p:cNvSpPr txBox="1"/>
          <p:nvPr/>
        </p:nvSpPr>
        <p:spPr>
          <a:xfrm>
            <a:off x="3962400" y="4544118"/>
            <a:ext cx="5053780" cy="33855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Executar</a:t>
            </a:r>
            <a:r>
              <a:rPr lang="es-ES" sz="16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o script SQL da carpeta despliegue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A7B125-6189-B675-3C39-EC983D9C7F03}"/>
              </a:ext>
            </a:extLst>
          </p:cNvPr>
          <p:cNvSpPr txBox="1"/>
          <p:nvPr/>
        </p:nvSpPr>
        <p:spPr>
          <a:xfrm>
            <a:off x="3962400" y="5073739"/>
            <a:ext cx="5053780" cy="33855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Executar</a:t>
            </a:r>
            <a:r>
              <a:rPr lang="es-ES" sz="16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‘LanzarAplicacion.bat’ (lanza o </a:t>
            </a:r>
            <a:r>
              <a:rPr lang="es-ES" sz="16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jar</a:t>
            </a:r>
            <a:r>
              <a:rPr lang="es-ES" sz="16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do </a:t>
            </a:r>
            <a:r>
              <a:rPr lang="es-ES" sz="16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backend</a:t>
            </a:r>
            <a:r>
              <a:rPr lang="es-ES" sz="16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47D42E-5822-5125-795B-598C1A6BC5BC}"/>
              </a:ext>
            </a:extLst>
          </p:cNvPr>
          <p:cNvSpPr txBox="1"/>
          <p:nvPr/>
        </p:nvSpPr>
        <p:spPr>
          <a:xfrm>
            <a:off x="4023360" y="5614879"/>
            <a:ext cx="3403600" cy="33855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npm</a:t>
            </a:r>
            <a:r>
              <a:rPr lang="es-ES" sz="16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s-ES" sz="1600" i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install</a:t>
            </a:r>
            <a:r>
              <a:rPr lang="es-ES" sz="16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             ng serve -o</a:t>
            </a:r>
          </a:p>
        </p:txBody>
      </p:sp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3C32A73C-CD07-B792-B967-0566C76DF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77" y="2872740"/>
            <a:ext cx="400245" cy="42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65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9EA83-D7D8-1B50-426C-03E82EA79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567" y="2485461"/>
            <a:ext cx="9905999" cy="3541714"/>
          </a:xfrm>
        </p:spPr>
        <p:txBody>
          <a:bodyPr/>
          <a:lstStyle/>
          <a:p>
            <a:r>
              <a:rPr lang="es-ES" dirty="0"/>
              <a:t>SportTech simplifica a </a:t>
            </a:r>
            <a:r>
              <a:rPr lang="es-ES" dirty="0" err="1"/>
              <a:t>xestión</a:t>
            </a:r>
            <a:r>
              <a:rPr lang="es-ES" dirty="0"/>
              <a:t> deportiva con </a:t>
            </a:r>
            <a:r>
              <a:rPr lang="es-ES" dirty="0" err="1"/>
              <a:t>seguridade</a:t>
            </a:r>
            <a:r>
              <a:rPr lang="es-ES" dirty="0"/>
              <a:t> e </a:t>
            </a:r>
            <a:r>
              <a:rPr lang="es-ES" dirty="0" err="1"/>
              <a:t>usabilidade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O que permitiría </a:t>
            </a:r>
            <a:r>
              <a:rPr lang="es-ES" dirty="0" err="1"/>
              <a:t>nun</a:t>
            </a:r>
            <a:r>
              <a:rPr lang="es-ES" dirty="0"/>
              <a:t> futuro a integración de </a:t>
            </a:r>
            <a:r>
              <a:rPr lang="pt-BR" dirty="0"/>
              <a:t>estatísticas </a:t>
            </a:r>
            <a:r>
              <a:rPr lang="pt-BR" dirty="0" err="1"/>
              <a:t>en</a:t>
            </a:r>
            <a:r>
              <a:rPr lang="pt-BR" dirty="0"/>
              <a:t> tempo real, app móbil e </a:t>
            </a:r>
            <a:r>
              <a:rPr lang="pt-BR" dirty="0" err="1"/>
              <a:t>máis</a:t>
            </a:r>
            <a:r>
              <a:rPr lang="pt-BR" dirty="0"/>
              <a:t> deportes para seguir.</a:t>
            </a:r>
          </a:p>
          <a:p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210E536-EF6A-7264-93A6-2562842E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477" y="692381"/>
            <a:ext cx="5235394" cy="126503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18621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109</TotalTime>
  <Words>183</Words>
  <Application>Microsoft Office PowerPoint</Application>
  <PresentationFormat>Panorámica</PresentationFormat>
  <Paragraphs>38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Circuito</vt:lpstr>
      <vt:lpstr>Sportech</vt:lpstr>
      <vt:lpstr>En que consiste Sportech?</vt:lpstr>
      <vt:lpstr>Funcionalidades:</vt:lpstr>
      <vt:lpstr>Tecnoloxías</vt:lpstr>
      <vt:lpstr>Como funciona?</vt:lpstr>
      <vt:lpstr>Instalación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Sobrino</dc:creator>
  <cp:lastModifiedBy>Jorge Sobrino</cp:lastModifiedBy>
  <cp:revision>3</cp:revision>
  <dcterms:created xsi:type="dcterms:W3CDTF">2025-06-04T10:35:13Z</dcterms:created>
  <dcterms:modified xsi:type="dcterms:W3CDTF">2025-06-04T15:30:49Z</dcterms:modified>
</cp:coreProperties>
</file>